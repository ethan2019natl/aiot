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h3ghdPSF7uizqPp3jvmJ+/iWZj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4" y="2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0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5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3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5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53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5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tainan.gov.tw/DataSet/Detail/b5ee64fd-7298-47ed-8c61-1ce11c1d6bd9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oa.tainan.gov.tw/Api/Service/Get/ea68f0dd-a0e9-4200-be8a-a4b76c3f87a4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main.py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/>
              <a:t>tainan_house_project </a:t>
            </a:r>
            <a:endParaRPr/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Python 資料流程整合 (Open Data to Database)</a:t>
            </a:r>
            <a:endParaRPr/>
          </a:p>
        </p:txBody>
      </p:sp>
      <p:sp>
        <p:nvSpPr>
          <p:cNvPr id="61" name="Google Shape;61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TW"/>
              <a:t>如何使用 Python 核心函式庫，從開放資料 API 擷取 JSON 資料，並將其結構化後儲存至 Excel 檔案和 MySQL 資料庫。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67" name="Google Shape;67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dirty="0"/>
              <a:t>Set-ExecutionPolicy RemoteSigned -Scope LocalMachine</a:t>
            </a:r>
            <a:endParaRPr lang="en-US" altLang="zh-TW" dirty="0"/>
          </a:p>
          <a:p>
            <a:pPr lvl="0"/>
            <a:r>
              <a:rPr lang="en-US" dirty="0"/>
              <a:t>Set-</a:t>
            </a:r>
            <a:r>
              <a:rPr lang="en-US" dirty="0" err="1"/>
              <a:t>ExecutionPolicy</a:t>
            </a:r>
            <a:r>
              <a:rPr lang="en-US" dirty="0"/>
              <a:t> -</a:t>
            </a:r>
            <a:r>
              <a:rPr lang="en-US" dirty="0" err="1"/>
              <a:t>ExecutionPolicy</a:t>
            </a:r>
            <a:r>
              <a:rPr lang="en-US" dirty="0"/>
              <a:t> </a:t>
            </a:r>
            <a:r>
              <a:rPr lang="en-US" dirty="0" err="1"/>
              <a:t>RemoteSigned</a:t>
            </a:r>
            <a:r>
              <a:rPr lang="en-US" dirty="0"/>
              <a:t> -Scope </a:t>
            </a:r>
            <a:r>
              <a:rPr lang="en-US" dirty="0" err="1"/>
              <a:t>CurrentUser</a:t>
            </a:r>
            <a:endParaRPr dirty="0"/>
          </a:p>
        </p:txBody>
      </p:sp>
      <p:pic>
        <p:nvPicPr>
          <p:cNvPr id="68" name="Google Shape;6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89483"/>
            <a:ext cx="8897592" cy="2448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74" name="Google Shape;74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75" name="Google Shape;7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705" y="1823933"/>
            <a:ext cx="7268589" cy="1495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112年臺南市地價區段數統計表</a:t>
            </a:r>
            <a:br>
              <a:rPr lang="zh-TW"/>
            </a:br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body" idx="1"/>
          </p:nvPr>
        </p:nvSpPr>
        <p:spPr>
          <a:xfrm>
            <a:off x="311700" y="695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opendata url: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https://data.tainan.gov.tw/DataSet/Detail/b5ee64fd-7298-47ed-8c61-1ce11c1d6bd9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api: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u="sng">
                <a:solidFill>
                  <a:schemeClr val="hlink"/>
                </a:solidFill>
                <a:hlinkClick r:id="rId4"/>
              </a:rPr>
              <a:t>https://soa.tainan.gov.tw/Api/Service/Get/ea68f0dd-a0e9-4200-be8a-a4b76c3f87a4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87" name="Google Shape;87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619" y="0"/>
            <a:ext cx="785276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94" name="Google Shape;94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193" y="0"/>
            <a:ext cx="786961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02" name="Google Shape;10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7058" y="0"/>
            <a:ext cx="248988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1. 建立並進入專案資料夾 </a:t>
            </a:r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TW"/>
              <a:t>mkdir tainan_house_project &amp;&amp; cd tainan_house_project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2. 使用 uv 初始化專案 </a:t>
            </a:r>
            <a:endParaRPr/>
          </a:p>
        </p:txBody>
      </p:sp>
      <p:sp>
        <p:nvSpPr>
          <p:cNvPr id="114" name="Google Shape;114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powershell -ExecutionPolicy ByPass -c "irm https://astral.sh/uv/install.ps1 | iex"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會自動產生 pyproject.toml、.python-version 等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uv init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3. 使用 uv 新增所需套件 </a:t>
            </a:r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uv 會自動下載、同步並寫入 pyproject.toml 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uv add requests pandas sqlalchemy pymysql openpyxl python-dotenv urllib3 requests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pyproject.toml (管理所有版本依賴 )</a:t>
            </a:r>
            <a:endParaRPr/>
          </a:p>
        </p:txBody>
      </p:sp>
      <p:sp>
        <p:nvSpPr>
          <p:cNvPr id="126" name="Google Shape;126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[project]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name = "tainan-house-project"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version = "0.1.0"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description = "Add your description here"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readme = "README.md"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requires-python = "&gt;=3.14"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dependencies = [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"openpyxl&gt;=3.1.5",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"pandas&gt;=3.0.3",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"pymysql&gt;=1.2.0",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"python-dotenv&gt;=1.2.2",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"requests&gt;=2.34.2",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"sqlalchemy&gt;=2.0.51",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]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第二步：建立環境變數檔案</a:t>
            </a:r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在專案根目錄下建立一個 .env 檔案，將所有敏感資訊及外部設定集中管理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.env</a:t>
            </a:r>
            <a:endParaRPr/>
          </a:p>
        </p:txBody>
      </p:sp>
      <p:sp>
        <p:nvSpPr>
          <p:cNvPr id="138" name="Google Shape;13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zh-TW"/>
              <a:t># 資料庫連線設定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zh-TW"/>
              <a:t>DB_HOST=localhost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zh-TW"/>
              <a:t>DB_USER=peter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zh-TW"/>
              <a:t>DB_PASSWORD=1234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zh-TW"/>
              <a:t>DB_PORT=3306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zh-TW"/>
              <a:t>DB_NAME=tainan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zh-TW"/>
              <a:t>DB_CHARSET=utf8mb4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zh-TW"/>
              <a:t># API 與檔案設定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zh-TW"/>
              <a:t>API_URL=https://soa.tainan.gov.tw/Api/Service/Get/ea68f0dd-a0e9-4200-be8a-a4b76c3f87a4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zh-TW"/>
              <a:t>EXCEL_FILENAME=tainan_house.xlsx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81818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45" name="Google Shape;14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4938" y="523875"/>
            <a:ext cx="6334125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52" name="Google Shape;15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98255"/>
            <a:ext cx="9144001" cy="4346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9062"/>
            <a:ext cx="9143999" cy="442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6559" y="0"/>
            <a:ext cx="671088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SQL </a:t>
            </a:r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zh-TW"/>
              <a:t>-- 1. 建立允許任意 IP (%) 連線的 peter 帳號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zh-TW"/>
              <a:t>CREATE USER 'peter'@'%' IDENTIFIED BY '您的密碼';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zh-TW"/>
              <a:t>-- 2. 賦予其與 root 完全相同的最高權限與授權能力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zh-TW"/>
              <a:t>GRANT ALL PRIVILEGES ON *.* TO 'peter'@'%' WITH GRANT OPTION;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zh-TW"/>
              <a:t>-- 3. 重新整理權限使其生效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zh-TW"/>
              <a:t>FLUSH PRIVILEGES;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開啟 XAMPP 的網路連線權限 </a:t>
            </a:r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266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按 Ctrl + F 搜尋 bind-address。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/>
              <a:t>確保該行前面沒有井字號（#），並將其修改為：inibind-address = 0.0.0.0</a:t>
            </a:r>
            <a:endParaRPr/>
          </a:p>
        </p:txBody>
      </p:sp>
      <p:pic>
        <p:nvPicPr>
          <p:cNvPr id="179" name="Google Shape;17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8096" y="0"/>
            <a:ext cx="521995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85" name="Google Shape;18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8888" y="1733550"/>
            <a:ext cx="408622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第三步：Python 程式碼 main.py </a:t>
            </a:r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# -*- coding: utf-8 -*-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"""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Tainan House Data Scraper - Optimized with UV, Logging, and Dotenv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"""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import os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import logging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import requests as rq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import pandas as pd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from sqlalchemy import create_engine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import pymysql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import openpyxl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import urllib3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from dotenv import load_dotenv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# ==========================================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# 1. 初始化環境變數與日誌系統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# ==========================================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# 載入 .env 檔案（uv run 執行時也會自動確保環境變數就緒）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load_dotenv()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# 設定 Logging 機制（同時輸出到檔案與終端機）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logging.basicConfig(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level=logging.INFO,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format='%(asctime)s [%(levelname)s] %(filename)s(行:%(lineno)d): %(message)s',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datefmt='%Y-%m-%d %H:%M:%S',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handlers=[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logging.FileHandler("scraper.log", encoding="utf-8"),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logging.StreamHandler()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]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# 從環境變數讀取配置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DB_HOST = os.environ.get("DB_HOST", "localhost")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DB_USER = os.environ.get("DB_USER", "root")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DB_PASSWORD = os.environ.get("DB_PASSWORD", "")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DB_PORT = int(os.environ.get("DB_PORT", 3306))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DB_NAME = os.environ.get("DB_NAME", "tainan")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DB_CHARSET = os.environ.get("DB_CHARSET", "utf8mb4")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API_URL = os.environ.get("API_URL")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EXCEL_FILENAME = os.environ.get("EXCEL_FILENAME", "tainan_house.xlsx")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# ==========================================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# 2. 功能函式定義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# ==========================================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def fetch_data(api_url, params=None):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"""發送 API 請求取得資料"""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if not api_url: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logging.error("API URL 為空，請檢查環境變數設定。")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return None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try: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logging.info(f"正在從 API 擷取資料... URL: {api_url}")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response = rq.get(api_url, params=params, verify=False)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if response.ok: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data = response.json()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logging.info(f"成功取得資料，共 {len(data.get('data', []))} 筆")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return data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else: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logging.warning(f"API 回應失敗，狀態碼: {response.status_code}")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return None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except rq.exceptions.SSLError as ssl_error: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logging.error(f"SSL 憑選錯誤：{ssl_error}")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return None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except Exception as error: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logging.error(f"擷取資料時發生未知錯誤", exc_info=True)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return None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def save_to_excel(data, filename):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"""將資料儲存至 Excel"""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try: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df = pd.DataFrame(data)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df.to_excel(filename, index=False, engine="openpyxl")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logging.info(f"資料已成功寫入 Excel 檔案: {filename}")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except Exception as e: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logging.error(f"儲存 Excel 時發生錯誤: {e}", exc_info=True)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def save_to_mysql(data):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"""建立 MySQL 資料庫並使用 SQLAlchemy 寫入資料"""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conn = None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cursor = None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try: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df = pd.DataFrame(data)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logging.info(f"連線至 MySQL ({DB_HOST}:{DB_PORT}) 檢查資料庫狀態...")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conn = pymysql.connect(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host=DB_HOST,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user=DB_USER,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password=DB_PASSWORD,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port=DB_PORT,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charset=DB_CHARSET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cursor = conn.cursor()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cursor.execute(f"SELECT SCHEMA_NAME FROM INFORMATION_SCHEMA.SCHEMATA WHERE SCHEMA_NAME='{DB_NAME}';")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if not cursor.fetchone():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cursor.execute(f"CREATE DATABASE {DB_NAME} CHARACTER SET {DB_CHARSET} COLLATE utf8mb4_unicode_ci;")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logging.info(f"✅ 成功建立新資料庫: {DB_NAME}")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conn.commit()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cursor.close()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conn.close()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conn, cursor = None, None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# 使用 SQLAlchemy 寫入資料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db_uri = f"mysql+pymysql://{DB_USER}:{DB_PASSWORD}@{DB_HOST}:{DB_PORT}/{DB_NAME}?charset={DB_CHARSET}"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engine = create_engine(db_uri)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logging.info(f"正在將資料寫入 MySQL 資料表 'house'...")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df.to_sql(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name='house',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con=engine,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if_exists='replace',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index=False,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chunksize=1000,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method='multi'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logging.info("✅ 資料已成功寫入 MySQL")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except Exception as e: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if conn: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try: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    conn.rollback()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except Exception: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    pass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logging.error(f"❌ MySQL 操作錯誤: {e}", exc_info=True)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finally: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if cursor: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cursor.close()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if conn: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conn.close()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def read_from_excel(filename):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"""從 Excel 讀取資料"""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try: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df = pd.read_excel(filename, engine="openpyxl")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logging.info(f"成功讀取 Excel，共 {len(df)} 筆資料")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return df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except Exception as e: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logging.error(f"讀取 Excel 時發生錯誤: {e}")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return None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def read_from_mysql():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"""從 MySQL 讀取資料"""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try: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db_uri = f"mysql+pymysql://{DB_USER}:{DB_PASSWORD}@{DB_HOST}:{DB_PORT}/{DB_NAME}?charset={DB_CHARSET}"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engine = create_engine(db_uri)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df = pd.read_sql_table('house', con=engine)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logging.info(f"成功讀取 MySQL 資料，共 {len(df)} 筆")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return df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except Exception as e: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logging.error(f"讀取 MySQL 資料時發生錯誤: {e}")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return None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# ==========================================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# 3. 主程式執行流程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# ==========================================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if __name__ == "__main__":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logging.info("=== 爬蟲排程與資料同步程序開始 ===")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urllib3.disable_warnings(urllib3.exceptions.InsecureRequestWarning)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data = fetch_data(API_URL)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if data and isinstance(data, dict) and 'data' in data: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records = data['data']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if records: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logging.info(f"預備處理 {len(records)} 筆紀錄。")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save_to_excel(records, EXCEL_FILENAME)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save_to_mysql(records)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logging.info("--- 開始執行資料讀取驗證 ---")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excel_data = read_from_excel(EXCEL_FILENAME)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mysql_data = read_from_mysql()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if excel_data is not None: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    print(f"\n[Excel 前 2 筆]\n{excel_data.head(2)}")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if mysql_data is not None: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    print(f"\n[MySQL 前 2 筆]\n{mysql_data.head(2)}")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   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else: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    logging.warning("API 回傳成功，但 data 欄位內的陣列為空。")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else: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logging.error("API 回傳格式不正確或內容為空。")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    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 sz="1200"/>
              <a:t>    logging.info("=== 程序執行結束 ===")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98" name="Google Shape;198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os</a:t>
            </a:r>
            <a:endParaRPr sz="105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endParaRPr sz="105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requests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rq</a:t>
            </a:r>
            <a:endParaRPr sz="105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pandas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pd</a:t>
            </a:r>
            <a:endParaRPr sz="105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sqlalchemy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create_engine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endParaRPr sz="1050">
              <a:solidFill>
                <a:srgbClr val="DCDCAA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pymysql</a:t>
            </a:r>
            <a:endParaRPr sz="105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openpyxl</a:t>
            </a:r>
            <a:endParaRPr sz="105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urllib3</a:t>
            </a:r>
            <a:endParaRPr sz="105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dotenv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load_dotenv</a:t>
            </a:r>
            <a:endParaRPr sz="1050">
              <a:solidFill>
                <a:srgbClr val="DCDCAA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==========================================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1. 初始化環境變數與日誌系統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==========================================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載入 .env 檔案（uv run 執行時也會自動確保環境變數就緒）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load_dotenv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設定 Logging 機制（同時輸出到檔案與終端機）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basicConfig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level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format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%(asctime)s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%(levelname)s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%(filename)s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(行: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%(lineno)d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):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%(message)s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datefmt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'%Y-%m-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%d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%H:%M:%S'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handlers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FileHandler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"scraper.log"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encoding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StreamHandler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]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16" name="Google Shape;21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從環境變數讀取配置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DB_HOST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environ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"DB_HOST"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"localhost"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DB_USER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environ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"DB_USER"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"peter"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DB_PASSWORD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environ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"DB_PASSWORD"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"[PASSWORD]"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DB_PORT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environ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"DB_PORT"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3306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DB_NAME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environ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"DB_NAME"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"tainan"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DB_CHARSET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environ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"DB_CHARSET"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"utf8mb4"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API_URL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environ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"API_URL"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EXCEL_FILENAME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environ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"EXCEL_FILENAME"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"tainan_house.xlsx"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==========================================</a:t>
            </a:r>
            <a:endParaRPr sz="878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2. 功能函式定義</a:t>
            </a:r>
            <a:endParaRPr sz="878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==========================================</a:t>
            </a:r>
            <a:endParaRPr sz="878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fetch_data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api_url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params</a:t>
            </a:r>
            <a:r>
              <a:rPr lang="zh-TW" sz="878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878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"""發送 API 請求取得資料"""</a:t>
            </a:r>
            <a:endParaRPr sz="878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878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api_url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878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878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878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"API URL 為空，請檢查環境變數設定。"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878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878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878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878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878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878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"正在從 API 擷取資料... URL: 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api_url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878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rq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878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api_url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params</a:t>
            </a:r>
            <a:r>
              <a:rPr lang="zh-TW" sz="878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params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verify</a:t>
            </a:r>
            <a:r>
              <a:rPr lang="zh-TW" sz="878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878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ok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878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878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878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878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"成功取得資料，共 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878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878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'data'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[]))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878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筆"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878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endParaRPr sz="878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878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878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878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warning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878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"API 回應失敗，狀態碼: 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status_code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878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878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878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878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rq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878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exceptions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878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SSLError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ssl_error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878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878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878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"SSL 憑選錯誤：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ssl_error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878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878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878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878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878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878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878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"擷取資料時發生未知錯誤"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878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exc_info</a:t>
            </a:r>
            <a:r>
              <a:rPr lang="zh-TW" sz="878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878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878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zh-TW" sz="878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878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878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endParaRPr sz="129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save_to_excel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"""將資料儲存至 Excel"""</a:t>
            </a:r>
            <a:endParaRPr sz="10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pd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DataFrame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to_excel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engine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"openpyxl"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"資料已成功寫入 Excel 檔案: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"儲存 Excel 時發生錯誤: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exc_info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save_to_mysql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"""使用最穩定的原生 DDL 結構寫入 MySQL，100% 避免 Tablespace 死鎖"""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120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cursor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120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pd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DataFrame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1. 建立資料庫</a:t>
            </a:r>
            <a:endParaRPr sz="12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"連線至 MySQL (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DB_HOST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DB_PORT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檢查資料庫狀態..."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pymysql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connect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host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DB_HOST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DB_USER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DB_PASSWORD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=int(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DB_PORT)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DB_CHARSET</a:t>
            </a:r>
            <a:endParaRPr sz="120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cursor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cursor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建立資料庫</a:t>
            </a:r>
            <a:endParaRPr sz="12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cursor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"CREATE DATABASE IF NOT EXISTS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DB_NAME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CHARACTER SET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DB_CHARSET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COLLATE utf8mb4_unicode_ci;"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commit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cursor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cursor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120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2. 使用 SQLAlchemy 進行結構管理與寫入</a:t>
            </a:r>
            <a:endParaRPr sz="12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db_uri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"mysql+pymysql://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DB_USER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DB_PASSWORD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DB_HOST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DB_PORT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DB_NAME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?charset=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DB_CHARSET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engine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create_engine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db_uri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使用原生 SQL 建立或清空資料表，完全不讓 Pandas 涉入 DDL (建表/刪表) 階段</a:t>
            </a:r>
            <a:endParaRPr sz="12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engine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sql_conn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sql_conn.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CREATE TABLE IF NOT EXISTS house (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`Seq` BIGINT,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`鄉鎮市區別` TEXT,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`區段數合計` TEXT,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`一般區段數` TEXT,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`繁榮街道路線價區段數` TEXT,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`一般路線價區段數` TEXT,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`一般區段價最高` TEXT,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`一般區段價最低` TEXT,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`最高繁榮街道路線價` TEXT,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`最低繁榮街道路線價` TEXT,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`最高一般路線價` TEXT,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`最低一般路線價` TEXT,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`最高宗地地價` TEXT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) ENGINE=InnoDB DEFAULT CHARSET=utf8mb4 COLLATE=utf8mb4_unicode_ci;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"""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清空舊數據（不傷及表結構與實體檔案）</a:t>
            </a:r>
            <a:endParaRPr sz="12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sql_conn.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"TRUNCATE TABLE house;"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"MySQL 資料表結構已就緒並完成清空。"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3. 既然表已經在上面用原生 SQL 穩穩地建好了，這裡 if_exists 直接用 'append'</a:t>
            </a:r>
            <a:endParaRPr sz="12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"正在將資料寫入 MySQL 資料表 'house'..."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to_sql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'house'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engine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if_exists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'append'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chunksize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method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'multi'</a:t>
            </a:r>
            <a:endParaRPr sz="120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"✅ 資料已成功高效寫入 MySQL"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rollback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 sz="1200">
              <a:solidFill>
                <a:srgbClr val="C586C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"❌ MySQL 操作錯誤: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exc_info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finally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cursor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cursor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read_from_excel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"""從 Excel 讀取資料"""</a:t>
            </a:r>
            <a:endParaRPr sz="10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pd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read_excel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engine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"openpyxl"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"成功讀取 Excel，共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筆資料"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endParaRPr sz="1050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"讀取 Excel 時發生錯誤: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read_from_mysql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"""從 MySQL 讀取資料"""</a:t>
            </a:r>
            <a:endParaRPr sz="10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db_uri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"mysql+pymysql://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DB_USER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DB_PASSWORD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DB_HOST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DB_PORT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DB_NAME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?charset=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DB_CHARSET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0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engine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create_engine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db_uri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pd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read_sql_table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'house'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</a:t>
            </a:r>
            <a:r>
              <a:rPr lang="zh-TW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engine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"成功讀取 MySQL 資料，共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筆"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endParaRPr sz="1050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"讀取 MySQL 資料時發生錯誤: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zh-TW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52" name="Google Shape;25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==========================================</a:t>
            </a:r>
            <a:endParaRPr sz="12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3. 主程式執行流程</a:t>
            </a:r>
            <a:endParaRPr sz="12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==========================================</a:t>
            </a:r>
            <a:endParaRPr sz="12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__name__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"__main__"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"=== 爬蟲排程與資料同步程序開始 ==="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urllib3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disable_warnings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urllib3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exceptions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InsecureRequestWarning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fetch_data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API_URL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isinstance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dict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'data'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records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'data'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records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"預備處理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records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筆紀錄。"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save_to_excel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records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EXCEL_FILENAME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save_to_mysql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records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"--- 開始執行資料讀取驗證 ---"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excel_data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read_from_excel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EXCEL_FILENAME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mysql_data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read_from_mysql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excel_data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1200">
                <a:solidFill>
                  <a:srgbClr val="D7BA7D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[Excel 前 2 筆]</a:t>
            </a:r>
            <a:r>
              <a:rPr lang="zh-TW" sz="1200">
                <a:solidFill>
                  <a:srgbClr val="D7BA7D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excel_data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mysql_data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1200">
                <a:solidFill>
                  <a:srgbClr val="D7BA7D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[MySQL 前 2 筆]</a:t>
            </a:r>
            <a:r>
              <a:rPr lang="zh-TW" sz="1200">
                <a:solidFill>
                  <a:srgbClr val="D7BA7D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mysql_data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zh-TW" sz="1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warning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"API 回傳成功，但 data 欄位內的陣列為空。"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2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"API 回傳格式不正確或內容為空。"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zh-TW" sz="12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logging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zh-TW" sz="1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zh-TW" sz="1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"=== 程序執行結束 ==="</a:t>
            </a:r>
            <a:r>
              <a:rPr lang="zh-TW" sz="1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第四步：如何使用 uv 執行它？</a:t>
            </a:r>
            <a:endParaRPr/>
          </a:p>
        </p:txBody>
      </p:sp>
      <p:sp>
        <p:nvSpPr>
          <p:cNvPr id="258" name="Google Shape;258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需要在專案目錄下輸入以下這行指令，uv 就會自動幫你在正確的隔離虛擬環境中執行程式：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/>
              <a:t>uv run main.py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64" name="Google Shape;26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265" name="Google Shape;26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15433"/>
            <a:ext cx="9144001" cy="3512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71" name="Google Shape;271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272" name="Google Shape;27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2321"/>
            <a:ext cx="9144002" cy="3918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78" name="Google Shape;278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279" name="Google Shape;27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09185"/>
            <a:ext cx="9144001" cy="4725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285" name="Google Shape;285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286" name="Google Shape;286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95325"/>
            <a:ext cx="760095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把專案給別人，該怎麼做？ </a:t>
            </a:r>
            <a:endParaRPr/>
          </a:p>
        </p:txBody>
      </p:sp>
      <p:sp>
        <p:nvSpPr>
          <p:cNvPr id="292" name="Google Shape;292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要上傳的檔案：</a:t>
            </a:r>
            <a:r>
              <a:rPr lang="zh-TW" u="sng">
                <a:solidFill>
                  <a:schemeClr val="hlink"/>
                </a:solidFill>
                <a:hlinkClick r:id="rId3"/>
              </a:rPr>
              <a:t>main.py</a:t>
            </a:r>
            <a:r>
              <a:rPr lang="zh-TW"/>
              <a:t>、.env.example（不含密碼的範本）、pyproject.toml、uv.lock。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對方拿到後，只需執行：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/>
              <a:t>uv run main.py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非得匯出 requirements.txt</a:t>
            </a:r>
            <a:endParaRPr/>
          </a:p>
        </p:txBody>
      </p:sp>
      <p:sp>
        <p:nvSpPr>
          <p:cNvPr id="298" name="Google Shape;298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# 這行指令會一秒幫你把現有的環境轉成傳統的 requirements.txt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uv pip compile pyproject.toml -o requirements.txt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log</a:t>
            </a:r>
            <a:endParaRPr/>
          </a:p>
        </p:txBody>
      </p:sp>
      <p:sp>
        <p:nvSpPr>
          <p:cNvPr id="304" name="Google Shape;304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305" name="Google Shape;30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97411"/>
            <a:ext cx="9143999" cy="2148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git</a:t>
            </a:r>
            <a:endParaRPr/>
          </a:p>
        </p:txBody>
      </p:sp>
      <p:sp>
        <p:nvSpPr>
          <p:cNvPr id="311" name="Google Shape;311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第一步：確認安全防護（防止密碼外洩）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檢查專案目錄下的 .gitignore 檔案，確認裡面有沒有寫到 .env。如果沒有，請用文字編輯器打開 .gitignore 並在最下方加上這一行：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# 隱藏敏感的環境變數檔案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.env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/>
              <a:t>uv 預設也會把 .venv/ 虛擬環境資料夾寫入 .gitignore，這也是對的，虛擬環境不需要上傳。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第二步：在 Gitea 上建立新儲存庫 (Repository) </a:t>
            </a:r>
            <a:endParaRPr/>
          </a:p>
        </p:txBody>
      </p:sp>
      <p:sp>
        <p:nvSpPr>
          <p:cNvPr id="317" name="Google Shape;317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打開你的 Gitea 網頁後台，登入你的帳號。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點擊右上角的 + 號 rightarrow 選擇 「建立新儲存庫 (New Repository)」。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輸入儲存庫名稱（例如：tainan_house_project）。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注意：底下的「初始化儲存庫」、「設定 .gitignore」通通不要勾選（因為我們本地已經有了）。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點擊 「建立儲存庫」。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建立成功後，複製網頁上顯示的 Repository URL（通常長得像 http://your-gitea-domain.com/username/tainan_house_project.git）。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第三步：在本地電腦執行 Git 指令 </a:t>
            </a:r>
            <a:endParaRPr/>
          </a:p>
        </p:txBody>
      </p:sp>
      <p:sp>
        <p:nvSpPr>
          <p:cNvPr id="323" name="Google Shape;323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打開終端機（Terminal），確保路徑在你的專案資料夾下，依序輸入以下指令：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1. 初始化本地 Git（如果 uv 沒幫你初始化的話）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git init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2. 將所有檔案加入暫存區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git add 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zh-TW"/>
              <a:t>3. 提交檔案到本地倉庫（做第一個紀錄點）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/>
              <a:t>git commit -m "feat: 整合 uv, logging, dotenv 的台南房產爬蟲專案"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329" name="Google Shape;329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zh-TW"/>
              <a:t>4. 設定分支名稱為 main（現代標準）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zh-TW"/>
              <a:t>git branch -M main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zh-TW"/>
              <a:t>5. 連接本地專案與你的 Gitea（把剛才複製的 URL 貼在後面）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zh-TW"/>
              <a:t># 語法：git remote set-url origin http://帳號:密碼@網址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zh-TW"/>
              <a:t># 假設你的 Gitea 帳號是 peter，密碼是 mypassword123：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zh-TW"/>
              <a:t>git remote set-url origin http://peter:mypassword123@git.aiot.local/gitea-admin/tainan_house_project.git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zh-TW"/>
              <a:t>6. 將專案推送到 Gitea 上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zh-TW"/>
              <a:t>git push -u origin main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4448</Words>
  <Application>Microsoft Office PowerPoint</Application>
  <PresentationFormat>如螢幕大小 (16:9)</PresentationFormat>
  <Paragraphs>508</Paragraphs>
  <Slides>44</Slides>
  <Notes>44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47" baseType="lpstr">
      <vt:lpstr>Arial</vt:lpstr>
      <vt:lpstr>Courier New</vt:lpstr>
      <vt:lpstr>Simple Dark</vt:lpstr>
      <vt:lpstr>tainan_house_project </vt:lpstr>
      <vt:lpstr>Python 資料流程整合 (Open Data to Database)</vt:lpstr>
      <vt:lpstr>PowerPoint 簡報</vt:lpstr>
      <vt:lpstr>PowerPoint 簡報</vt:lpstr>
      <vt:lpstr>112年臺南市地價區段數統計表 </vt:lpstr>
      <vt:lpstr>PowerPoint 簡報</vt:lpstr>
      <vt:lpstr>PowerPoint 簡報</vt:lpstr>
      <vt:lpstr>PowerPoint 簡報</vt:lpstr>
      <vt:lpstr>1. 建立並進入專案資料夾 </vt:lpstr>
      <vt:lpstr>2. 使用 uv 初始化專案 </vt:lpstr>
      <vt:lpstr>3. 使用 uv 新增所需套件 </vt:lpstr>
      <vt:lpstr>pyproject.toml (管理所有版本依賴 )</vt:lpstr>
      <vt:lpstr>第二步：建立環境變數檔案</vt:lpstr>
      <vt:lpstr>.env</vt:lpstr>
      <vt:lpstr>PowerPoint 簡報</vt:lpstr>
      <vt:lpstr>PowerPoint 簡報</vt:lpstr>
      <vt:lpstr>PowerPoint 簡報</vt:lpstr>
      <vt:lpstr>PowerPoint 簡報</vt:lpstr>
      <vt:lpstr>SQL </vt:lpstr>
      <vt:lpstr>開啟 XAMPP 的網路連線權限 </vt:lpstr>
      <vt:lpstr>PowerPoint 簡報</vt:lpstr>
      <vt:lpstr>第三步：Python 程式碼 main.py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第四步：如何使用 uv 執行它？</vt:lpstr>
      <vt:lpstr>PowerPoint 簡報</vt:lpstr>
      <vt:lpstr>PowerPoint 簡報</vt:lpstr>
      <vt:lpstr>PowerPoint 簡報</vt:lpstr>
      <vt:lpstr>PowerPoint 簡報</vt:lpstr>
      <vt:lpstr>把專案給別人，該怎麼做？ </vt:lpstr>
      <vt:lpstr>非得匯出 requirements.txt</vt:lpstr>
      <vt:lpstr>log</vt:lpstr>
      <vt:lpstr>git</vt:lpstr>
      <vt:lpstr>第二步：在 Gitea 上建立新儲存庫 (Repository) </vt:lpstr>
      <vt:lpstr>第三步：在本地電腦執行 Git 指令 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User</cp:lastModifiedBy>
  <cp:revision>2</cp:revision>
  <dcterms:modified xsi:type="dcterms:W3CDTF">2026-09-01T03:17:00Z</dcterms:modified>
</cp:coreProperties>
</file>